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9AFC-E725-3932-A3B1-77057F887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032C6-6A06-A6E3-7873-1A668AB95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F3465-1C39-685C-356E-936CB101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86A2-4C74-2A9C-E5E2-1C9EBFF2A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A918B-A68B-D222-C6AE-22617583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4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96CE-9A6B-131D-ECB3-6A91C6C4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CF6B-D5F3-3E98-4BDE-1BE17FCE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02D20-FE84-38DD-5455-D3CE7EA8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0C01-F581-BD4F-A31A-3F758188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F334E-B05D-DF0D-EE82-8338B45A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8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C17D-3132-2E1A-3F79-B7193FEE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44C4C-F9E5-B0DD-40C4-5FD28F7F6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CC4FA-7845-4578-4C6F-87E32635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16C32-3855-9568-9591-0E498F4E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CCB52-E718-7AD5-F65B-A06DBBCA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1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0627-A4CE-4A3C-5D9C-E7A91D2A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66280-3E26-8AFA-85D3-3C03B4016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1E421-68A4-59F2-FE6A-32EDFFAA2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53C31-C7E8-AA43-7C1C-10443EDF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A2C5C-AEFD-BCBD-1BC3-575FACC5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3531-767D-790C-D305-6FF08442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5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5A7F-E1DC-A47D-434E-AB226720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BFD7-C601-9A07-390D-E282F9EAE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33FD8-9490-4C62-5DF9-8DFFA55EC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13541-170B-276B-2221-0F04FD63A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CF330-4ABF-1A1B-DA93-0CFD14027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C6546-2908-0C4E-E6D7-FCC111E5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AE39F-DB2A-FE4B-A110-2387C888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E7BE7-9358-B5AA-5370-9C93440D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5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9D54-BE1A-E531-EB81-5A77664D4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E7B18-FD05-000F-84BD-9BFFEF81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35D6B-8670-F4B0-45AA-6C60F83A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B9CA7-6051-AFB1-EFA4-58B88199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2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78A20-974B-70AF-31FE-948D7721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D0022-5A56-48AE-60CE-EF7FC3D5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2F7E0-6138-251B-DED9-E166539C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0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C9C9-51C2-8766-276A-5E3966FF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7818-4F62-F93A-6EB4-934913E18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8AED4-20DB-7EE0-4B86-4AF959A09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904C3-4DF0-9847-9242-1F0EA905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0AB31-F6D4-935A-83C4-715B8D4C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144E3-E08B-D604-324A-5BF451F7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80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C571-F78B-D71E-6F34-F77C3156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F1C98-BC25-3126-6656-44B4DF818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F96F5-B2DA-B832-168C-8576149E6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8D3AF-547A-0671-0A3F-DC8CD16E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120DA-51A4-2DD9-09D9-E77DE31C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60863-059C-ABF5-9D6B-83914CDC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2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D6ED-0FF1-385B-EE23-F59724D2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07D99-F336-0D09-0583-BAEBE7B51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D5CEC-B925-0B30-1C18-C82B1738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C9CC-DF32-40C3-37B0-7024CB7D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77024-65DF-3149-D3D8-69C8C65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8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A06B3-3E57-CAA9-C324-E9F93DEE1A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E071D-2442-D7AC-EBCD-4BFEE503B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C1D04-1E53-29A0-96A1-7C5681D1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504B1-351C-9F54-0931-F8A358D6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5DF10-D94E-6453-DD35-922F543F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5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23AA5-DD27-F952-7326-E844E26A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AADD-7079-CA61-D683-4C68DD8EB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E3CBA-D376-69F2-F1D6-DC8F0C1B7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AB847-2472-4ED6-A2E0-E344965A27B8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F089-E7AC-74FD-B859-58B384228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5062-D516-420B-3114-D4662566A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E2FF9-98BA-472F-A0D6-A3BB24C910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411D9-FDF7-5662-1B1E-DF42FAE485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261725" y="190500"/>
            <a:ext cx="7651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Business Use</a:t>
            </a:r>
          </a:p>
        </p:txBody>
      </p:sp>
    </p:spTree>
    <p:extLst>
      <p:ext uri="{BB962C8B-B14F-4D97-AF65-F5344CB8AC3E}">
        <p14:creationId xmlns:p14="http://schemas.microsoft.com/office/powerpoint/2010/main" val="44526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C69530-FA1C-1784-EBF4-48A9D5CC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7" y="559821"/>
            <a:ext cx="10920406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3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5FE8C6-5889-745A-79A8-DE62155CE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7" y="277857"/>
            <a:ext cx="10920406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1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1D427-3155-A0CF-4270-2E13643F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66" y="148305"/>
            <a:ext cx="10943268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5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Rogers, Mike</dc:creator>
  <cp:lastModifiedBy>Rogers, Mike</cp:lastModifiedBy>
  <cp:revision>1</cp:revision>
  <dcterms:created xsi:type="dcterms:W3CDTF">2026-05-21T13:35:03Z</dcterms:created>
  <dcterms:modified xsi:type="dcterms:W3CDTF">2026-05-21T13:37:11Z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18e53f-798e-43aa-978d-c3fda1f3a682_Enabled">
    <vt:lpwstr>true</vt:lpwstr>
  </property>
  <property fmtid="{D5CDD505-2E9C-101B-9397-08002B2CF9AE}" pid="3" name="MSIP_Label_a518e53f-798e-43aa-978d-c3fda1f3a682_SetDate">
    <vt:lpwstr>2026-05-21T13:36:59Z</vt:lpwstr>
  </property>
  <property fmtid="{D5CDD505-2E9C-101B-9397-08002B2CF9AE}" pid="4" name="MSIP_Label_a518e53f-798e-43aa-978d-c3fda1f3a682_Method">
    <vt:lpwstr>Privileged</vt:lpwstr>
  </property>
  <property fmtid="{D5CDD505-2E9C-101B-9397-08002B2CF9AE}" pid="5" name="MSIP_Label_a518e53f-798e-43aa-978d-c3fda1f3a682_Name">
    <vt:lpwstr>PG - Internal Use</vt:lpwstr>
  </property>
  <property fmtid="{D5CDD505-2E9C-101B-9397-08002B2CF9AE}" pid="6" name="MSIP_Label_a518e53f-798e-43aa-978d-c3fda1f3a682_SiteId">
    <vt:lpwstr>3596192b-fdf5-4e2c-a6fa-acb706c963d8</vt:lpwstr>
  </property>
  <property fmtid="{D5CDD505-2E9C-101B-9397-08002B2CF9AE}" pid="7" name="MSIP_Label_a518e53f-798e-43aa-978d-c3fda1f3a682_ActionId">
    <vt:lpwstr>00d83da9-0a9d-42cd-98f8-afddfe2e4bdc</vt:lpwstr>
  </property>
  <property fmtid="{D5CDD505-2E9C-101B-9397-08002B2CF9AE}" pid="8" name="MSIP_Label_a518e53f-798e-43aa-978d-c3fda1f3a682_ContentBits">
    <vt:lpwstr>1</vt:lpwstr>
  </property>
  <property fmtid="{D5CDD505-2E9C-101B-9397-08002B2CF9AE}" pid="9" name="MSIP_Label_a518e53f-798e-43aa-978d-c3fda1f3a682_Tag">
    <vt:lpwstr>10, 0, 1, 1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Business Use</vt:lpwstr>
  </property>
</Properties>
</file>